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2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A7036-AB46-4A66-9248-2FB42C2A54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F4054-D95C-4900-A8A9-D7D91B196BF5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墙上挂着一幅画&#10;&#10;AI 生成的内容可能不正确。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"/>
            <a:ext cx="12192000" cy="685666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880" y="1270"/>
            <a:ext cx="3032125" cy="8851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22512" y="270786"/>
            <a:ext cx="337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勤奋       求是       创新       奉献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12914" y="2905779"/>
            <a:ext cx="7566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kern="1600" spc="1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党章学习宣讲、安全稳定教育、诚信科研教育</a:t>
            </a:r>
            <a:endParaRPr lang="en-US" altLang="zh-CN" sz="2800" b="1" kern="1600" spc="100" dirty="0">
              <a:solidFill>
                <a:schemeClr val="accent2">
                  <a:lumMod val="40000"/>
                  <a:lumOff val="60000"/>
                </a:schemeClr>
              </a:solidFill>
              <a:ea typeface="等线" panose="02010600030101010101" pitchFamily="2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765004" y="4642882"/>
            <a:ext cx="2955851" cy="4040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汇报人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刘钢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923235" y="4642883"/>
            <a:ext cx="2955851" cy="4040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日期：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2025/12/24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22512" y="270786"/>
            <a:ext cx="337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勤奋       求是       创新       奉献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07535" y="1268819"/>
            <a:ext cx="3097618" cy="4848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85507" y="2424772"/>
            <a:ext cx="294167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党章学习宣讲</a:t>
            </a:r>
            <a:endParaRPr lang="en-US" altLang="zh-CN" sz="2400" b="1" dirty="0"/>
          </a:p>
          <a:p>
            <a:pPr algn="ctr"/>
            <a:endParaRPr lang="en-US" altLang="zh-CN" sz="2400" b="1" dirty="0"/>
          </a:p>
          <a:p>
            <a:pPr indent="457200"/>
            <a:r>
              <a:rPr lang="en-US" altLang="zh-CN" dirty="0"/>
              <a:t>《</a:t>
            </a:r>
            <a:r>
              <a:rPr lang="zh-CN" altLang="en-US" dirty="0"/>
              <a:t>中国共产党章程</a:t>
            </a:r>
            <a:r>
              <a:rPr lang="en-US" altLang="zh-CN" dirty="0"/>
              <a:t>》</a:t>
            </a:r>
            <a:r>
              <a:rPr lang="zh-CN" altLang="en-US" dirty="0"/>
              <a:t>是党的根本大法与全党总规矩。新时代研究生需深入学习党章，增强 “四个意识”、坚定 “四个自信”、做到 “两个维护”，明晰党的性质、宗旨等核心内容，以党章为镜找差距、明方向，在学习科研中发挥先锋模范作用。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087680" y="2424773"/>
            <a:ext cx="27644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安全稳定教育</a:t>
            </a:r>
            <a:endParaRPr lang="en-US" altLang="zh-CN" sz="2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altLang="zh-CN" sz="2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indent="457200"/>
            <a:r>
              <a:rPr lang="zh-CN" alt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安全稳定教育围绕人身、财产、网络三类安全展开，要求临近期末和寒假的同学们遵守交通与实验室操作规则、注意用电安全；提高防诈意识，妥善保管贵重物品；文明理性上网，保护个人隐私，共同维护清朗网络空间。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34671" y="1268819"/>
            <a:ext cx="3097618" cy="4848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201248" y="2232743"/>
            <a:ext cx="276446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诚信科研教育</a:t>
            </a:r>
            <a:endParaRPr lang="en-US" altLang="zh-CN" sz="2400" b="1" dirty="0"/>
          </a:p>
          <a:p>
            <a:pPr algn="ctr"/>
            <a:endParaRPr lang="en-US" altLang="zh-CN" sz="2400" b="1" dirty="0"/>
          </a:p>
          <a:p>
            <a:pPr indent="457200"/>
            <a:r>
              <a:rPr lang="zh-CN" altLang="en-US" dirty="0"/>
              <a:t>诚信科研教育明确科研诚信是科研工作的生命线与底线，研究生需杜绝抄袭、伪造数据等学术不端行为，规范引用标注并如实说明 </a:t>
            </a:r>
            <a:r>
              <a:rPr lang="en-US" altLang="zh-CN" dirty="0"/>
              <a:t>AI </a:t>
            </a:r>
            <a:r>
              <a:rPr lang="zh-CN" altLang="en-US" dirty="0"/>
              <a:t>工具使用情况，同时培养做好实验记录、及时沟通导师等良好科研习惯，坚守实事求是原则。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4905153" y="1268819"/>
            <a:ext cx="3129518" cy="616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913128" y="5833729"/>
            <a:ext cx="3129518" cy="283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WPS 演示</Application>
  <PresentationFormat>宽屏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沙政 朱</dc:creator>
  <cp:lastModifiedBy>刘景</cp:lastModifiedBy>
  <cp:revision>5</cp:revision>
  <dcterms:created xsi:type="dcterms:W3CDTF">2025-12-24T08:05:00Z</dcterms:created>
  <dcterms:modified xsi:type="dcterms:W3CDTF">2025-12-24T09:29:59Z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C64B78D824D14630A218D86FB4EAF896_13</vt:lpwstr>
  </property>
</Properties>
</file>